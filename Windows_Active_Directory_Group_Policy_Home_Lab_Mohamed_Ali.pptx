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AD / Group Policy Home Lab  |  Mohamed Ali Mohamed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 |  WINDOWS ADMINISTRATION  |  ACTIVE DIRECTORY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Active Directory &amp; Group Policy Home Lab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Managing a Windows Domain Environment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Ali Mohamed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Graduate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linkedin.com/in/mohamed-ali-481a70387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mo5665ali@gmail.com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PROJECT INTRODUCTION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hands-on Windows infrastructure and cybersecurity home lab. I built it to simulate a small organization with a central domain, departments, users and managed workstations.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40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practical experience managing a centralized Windows environment, not treating every PC as a separate island. The domain in my lab is test.local.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comes from my own lab notes and screenshots. Where something was not documented, I say so.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43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114300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11430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Pro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09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709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709928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7099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27685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276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Units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276856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227685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43784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437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843784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28437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071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46320" y="34107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Logon / startup scripts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3410712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34107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977640"/>
            <a:ext cx="1965960" cy="457200"/>
          </a:xfrm>
          <a:prstGeom prst="roundRect">
            <a:avLst>
              <a:gd name="adj" fmla="val 1200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4632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Domain-joined client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PROJECT INTRODUCTION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Wanted to Learn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Active Directory works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Domain Controller does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managing users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users with OUs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security groups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computers to a domain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DNS matters for Active Directory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and managing Group Policies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policies per department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Windows clients centrally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scripts through Group Policy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password security controls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a Windows domain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PROJECT INTRODUCTION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Journey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follows the same order I built the lab in.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11096" y="187452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7984" y="155448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03704" y="155448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187452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58768" y="155448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4488" y="155448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&amp;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12664" y="187452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59552" y="155448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05272" y="155448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DS &amp; DNS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13448" y="187452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0336" y="155448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06056" y="155448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OUs, users, groups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27432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domain join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11096" y="30632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157984" y="274320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203704" y="27432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11880" y="30632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858768" y="274320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04488" y="27432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policies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12664" y="30632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559552" y="274320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05272" y="27432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&amp; password policy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13448" y="30632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260336" y="2743200"/>
            <a:ext cx="1426464" cy="640080"/>
          </a:xfrm>
          <a:prstGeom prst="roundRect">
            <a:avLst>
              <a:gd name="adj" fmla="val 8571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306056" y="2743200"/>
            <a:ext cx="1335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lessons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setup  &gt;  Directory services  &gt;  Policy management  &gt;  Verification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LAB REQUIREMENTS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Windows Server 2025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Domain Controller. Hosts Active Directory Domain Services, DNS and Group Policy management. Computer name in my lab: ADMIN-Server.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206240" cy="1417320"/>
          </a:xfrm>
          <a:prstGeom prst="roundRect">
            <a:avLst>
              <a:gd name="adj" fmla="val 3871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07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Windows 11 Pro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domain-joined client workstation used to receive users and policies. Additional Windows 11 machines could represent more users or departments.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06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machines run as virtual machines. The VM library on the right shows the two lab machines.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00960" y="1069848"/>
            <a:ext cx="2165440" cy="3255264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12" name="Image 0" descr="/home/claude/crops/vmli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392" y="1097280"/>
            <a:ext cx="2110576" cy="32004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486400" y="4370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library: Windows Server 2025 and WIN11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LAB REQUIREMENTS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29000"/>
          </a:xfrm>
          <a:prstGeom prst="roundRect">
            <a:avLst>
              <a:gd name="adj" fmla="val 1600"/>
            </a:avLst>
          </a:prstGeom>
          <a:solidFill>
            <a:srgbClr val="F1F4F8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2025  -  ADMIN-Server  -  192.168.0.10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Domain Services  (test.local)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3160" y="1975104"/>
            <a:ext cx="0" cy="15544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31520" y="2130552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305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2551176"/>
            <a:ext cx="0" cy="15544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706624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066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Units: IT, HR, Finance, Sales, Groups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23160" y="3127248"/>
            <a:ext cx="0" cy="15544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1520" y="3282696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8269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security groups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23160" y="3703320"/>
            <a:ext cx="0" cy="15544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" y="3858768"/>
            <a:ext cx="3383280" cy="420624"/>
          </a:xfrm>
          <a:prstGeom prst="roundRect">
            <a:avLst>
              <a:gd name="adj" fmla="val 10870"/>
            </a:avLst>
          </a:prstGeom>
          <a:solidFill>
            <a:srgbClr val="0B7A8A"/>
          </a:solidFill>
          <a:ln w="12700">
            <a:solidFill>
              <a:srgbClr val="0B7A8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8587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Objects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2834640"/>
            <a:ext cx="1280160" cy="0"/>
          </a:xfrm>
          <a:prstGeom prst="line">
            <a:avLst/>
          </a:prstGeom>
          <a:noFill/>
          <a:ln w="2540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434840" y="24688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sign-in, policy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2148840"/>
            <a:ext cx="3017520" cy="1371600"/>
          </a:xfrm>
          <a:prstGeom prst="roundRect">
            <a:avLst>
              <a:gd name="adj" fmla="val 4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22402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Pro 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PC-11  (domain: test.local)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DNS: 192.168.0.10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0" y="3749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two machines documented in my notes are shown. I did not add other servers or network devices.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MACHINE PREPARATION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Preparation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Windows Server 2025 and gave the server the static IP 192.168.0.10.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Ethernet IP from the network adapter settings (ncpa.cpl is the tool in my command list). Server Manager then shows Ethernet0 as 192.168.0.10.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Controller needs a predictable address. Clients and other services rely on it for DNS and for finding Active Directory, so it must not change.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reachable server ready for the AD DS role. The server shows as ADMIN-Server in domain test.local.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931920"/>
            <a:ext cx="4297680" cy="640080"/>
          </a:xfrm>
          <a:prstGeom prst="roundRect">
            <a:avLst>
              <a:gd name="adj" fmla="val 7143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400507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mask, gateway and server date/time steps are not explicitly documented in the original lab notes.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56048" y="1069848"/>
            <a:ext cx="3758184" cy="1949114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8" name="Image 0" descr="/home/claude/src/word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097280"/>
            <a:ext cx="3703320" cy="18942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83480" y="306468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Manager &gt; Local Server (ADMIN-Server, test.local, Ethernet0 192.168.0.10, Windows Server 2025 Datacenter)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MACHINE PREPARATION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Client Preparation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the Windows 11 Pro machine before joining it to the domain.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Windows 11 Pro, changed the PC name, set the date and time, then assigned an IP in the 192.168.0.1X range with DNS 192.168.0.10.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finds the domain through DNS. Pointing DNS at the Domain Controller lets it resolve test.local and locate Active Directory services.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can resolve the domain and is ready to join it.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188720"/>
          <a:ext cx="3383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in my 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11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PC-11 (notes say PC11)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192.168.0.1X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(value not recorded)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0352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client address and the PC11 vs PC-11 spelling are shown as documented: my notes say PC11, the screenshot shows PC-11.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ACTIVE DIRECTORY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Active Directory Domain Services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Domain Services (AD DS) is the Windows directory service. It stores users, groups and computers in one place and handles authentication for the domain.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enterprise it replaces per-PC accounts with central identity and policy. That is why my project needs a Domain Controller: without one there is nothing to join, sign in to, or apply policy from.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14300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AD DS on the server and created the domain.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my notes: set up Active Directory and assigned 192.168.0.10. Server Manager lists AD DS and DNS, and the domain is test.local.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a central directory that can hold OUs, users, groups and GPOs.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test.local running on ADMIN-Server.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3794760"/>
            <a:ext cx="3931920" cy="685800"/>
          </a:xfrm>
          <a:prstGeom prst="roundRect">
            <a:avLst>
              <a:gd name="adj" fmla="val 6667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3867912"/>
            <a:ext cx="3657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wizard screens and functional levels are not explicitly documented in the original lab notes.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ACTIVE DIRECTORY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 Configuration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(from my screenshots)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Server 2025 Datacenter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test.local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192.168.0.10 (Ethernet0)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 shown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DS, DNS, File and Storage Services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VMware virtual machine, 4 GB RAM visible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94960" y="1097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client reaches the directory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463040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0" y="1463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(PC-11)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40880" y="1965960"/>
            <a:ext cx="0" cy="24688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577840" y="2212848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 192.168.0.10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040880" y="2715768"/>
            <a:ext cx="0" cy="24688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5577840" y="2962656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577840" y="29626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40880" y="3465576"/>
            <a:ext cx="0" cy="246888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577840" y="3712464"/>
            <a:ext cx="2926080" cy="502920"/>
          </a:xfrm>
          <a:prstGeom prst="roundRect">
            <a:avLst>
              <a:gd name="adj" fmla="val 9091"/>
            </a:avLst>
          </a:prstGeom>
          <a:solidFill>
            <a:srgbClr val="0B7A8A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371246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749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asks DNS where the domain is. DNS on the Domain Controller answers, and the client then talks to Active Directory.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ACTIVE DIRECTORY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Units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2249424" cy="3179322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crops/ou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2194560" cy="31244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9489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GPMC tree: Finance, Groups, HR, IT, Sales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09728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OUs for the departments: IT, HR, Finance and Sales, plus a Groups OU for the security groups.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Directory Users and Computers (dsa.msc).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 is a logical container for users and computers. Departmental OUs keep the directory tidy, let me apply different GPOs per department, and allow delegated administration.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can be managed and policed separately. HR, Sales and Finance each carry their own GPOs.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USERS &amp; GROUPS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Users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users for the departments (IT, HR, Finance, Sales) and an Admin group.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created in Active Directory Users and Computers (dsa.msc) inside the department OU.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departmental users let me test different policies on different people, and central accounts mean one place to manage sign-ins.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users that can sign in on domain-joined PCs and receive the policies of their OU.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0" y="1188720"/>
            <a:ext cx="3200400" cy="1737360"/>
          </a:xfrm>
          <a:prstGeom prst="roundRect">
            <a:avLst>
              <a:gd name="adj" fmla="val 2632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261872"/>
            <a:ext cx="29260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screenshots do not show individual user account names, so I do not list any. Usernames and passwords are not recorded in the original notes.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3200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user management means one account works across domain PCs and one change applies everywhere.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USERS &amp; GROUPS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4261104" cy="1935391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1880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050959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Users and Computers: Groups OU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143000"/>
          <a:ext cx="3749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Fin-Group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Sales-Group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Admins-Group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groups: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access to a group instead of to each person.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GPOs: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can be used for filtering and for local admin rights (IT-Group is used that way).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column: 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 from the group names.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WINDOWS 11 DOMAIN JOIN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Windows 11 to the Domain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client 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64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DNS to 192.168.0.10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86584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DNS points to the Domain Controller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0083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computer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0168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301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 Properties (sysdm.cpl)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1143000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1143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Change &gt; Domain: test.local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764792"/>
            <a:ext cx="384048" cy="384048"/>
          </a:xfrm>
          <a:prstGeom prst="ellipse">
            <a:avLst/>
          </a:prstGeom>
          <a:solidFill>
            <a:srgbClr val="445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1764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domain credentials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2386584"/>
            <a:ext cx="384048" cy="384048"/>
          </a:xfrm>
          <a:prstGeom prst="ellipse">
            <a:avLst/>
          </a:prstGeom>
          <a:solidFill>
            <a:srgbClr val="445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the computer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3008376"/>
            <a:ext cx="384048" cy="384048"/>
          </a:xfrm>
          <a:prstGeom prst="ellipse">
            <a:avLst/>
          </a:prstGeom>
          <a:solidFill>
            <a:srgbClr val="4454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6344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166360" y="30083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domain account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630168"/>
            <a:ext cx="384048" cy="384048"/>
          </a:xfrm>
          <a:prstGeom prst="ellipse">
            <a:avLst/>
          </a:prstGeom>
          <a:solidFill>
            <a:srgbClr val="0B7A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634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166360" y="363016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computer in Active Directory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437083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steps are backed by my notes or screenshots. Steps 7 to 9 are the standard process and were not captured as screenshots.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WINDOWS 11 DOMAIN JOIN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Join 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4078224" cy="2912727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8578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28295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11: System Properties &gt; Change &gt; Domain: test.local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the Windows 11 client to test.local.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DNS server to 192.168.0.10 first. Then in System Properties &gt; Change, selected Domain and entered test.local. The screenshot shows the full name PC-11.test.local.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join looks up the domain through DNS. If DNS points elsewhere, the join fails.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became a member of test.local and could be managed by Group Policy.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WINDOWS 11 DOMAIN JOIN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Environment Verification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3438144" cy="2167567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383280" cy="21127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283135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PC-11 listed in the Computers container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0972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Properties shows the domain test.local and full name PC-11.test.local.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object: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PC-11 appears in the Computers container in dsa.msc (screenshot).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users sign in: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domain account on the client.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reach the client: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gpupdate /force, then check the expected behavior of each GPO.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two items are shown in my screenshots. The last two are the checks I used in testing.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GROUP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Group Policy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lets an administrator centrally control settings for users and computers in a domain. Instead of changing each PC, I change a GPO once and it applies everywhere it is linked.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Configuration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231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that follow the person who signs in: desktop, Start menu, Control Panel and Task Manager access, and similar restrictions.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of my department restrictions belong here.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2011680"/>
            <a:ext cx="4023360" cy="2377440"/>
          </a:xfrm>
          <a:prstGeom prst="roundRect">
            <a:avLst>
              <a:gd name="adj" fmla="val 2308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2121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Configuration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4231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that apply to the machine no matter who signs in: security settings, account policies, scripts at startup.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PASSWORD-Policy is edited here (Computer Configuration &gt; Windows Settings &gt; Security Settings &gt; Account Policies).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GROUP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34440"/>
          </a:xfrm>
          <a:prstGeom prst="roundRect">
            <a:avLst>
              <a:gd name="adj" fmla="val 4444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test.local  -  GPOs linked at the domain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Domain Policy  |  FULL-Control-Panel (enforced)  |  ADD-Local-Admin  |  ADD-IT-Group  |  Allow-ICMP  |  PASSWORD-Policy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37360" y="2331720"/>
            <a:ext cx="0" cy="27432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7200" y="26517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HR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063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Remove-Clock, Disable-Properties, Disable-USB, Enable-Conrol_panel, Disable-Task-Manager, Creat-ShourtCut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0" cy="27432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26517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Sales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063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Disable-USB, Disable-Task-Manager, Disable-Properties, Remove-Clock, Calc-ON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2331720"/>
            <a:ext cx="0" cy="27432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265176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OU: Finance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0632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Calc-ON, Disable-Properties, Disable-USB, Remove-Clock, Disable-Task-Manager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GPOs per OU are read from the Group Policy Inheritance tab in my screenshots. I have no policy screenshot for the IT OU, so I do not claim any.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GROUP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Objects in the Domain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4078224" cy="2933195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87833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48763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Objects in test.local: 19 GPOs, all Enabled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 names (as shown in console)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Disable-CMD, Disable-Control-Panel, Disable-Properties, Disable-RUN, Disable-Task-Manager, Disable-USB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Enable-Conrol_panel, FULL-Control-Panel, Only-Allow-CPL, Only-Allow-Fonts@CP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Remove-Clock, Creat-ShourtCut, Calc-ON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ADD-IT-Group, ADD-Local-Admin, Allow-ICMP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Domain Policy, Default Domain Controllers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75488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keep the exact spelling from the console, including my typos (Conrol, ShourtCut).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ALL USERS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Group Policy (test.local)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4626864" cy="2190139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1352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305707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Group Policy Objects on test.local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1097280"/>
          <a:ext cx="3429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00200"/>
                <a:gridCol w="731520"/>
                <a:gridCol w="640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Domain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FULL-Control-Panel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ADD-Local-Admin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ADD-IT-Group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Allow-ICMP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Disable-Control-Panel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Disable-CMD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6118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every user and computer in test.local. Policies shown with Link = No exist but are not applied at the domain level.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ALL USERS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Users: What Each Policy Does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21945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(by name / my notes)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users see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FULL-Control-Panel (enforced)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Panel access rules; enforced so department GPOs cannot override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Panel behaves per the policy on every 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Control Panel as a user from each OU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ADD-Local-Admin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net user / net localgroup script to create a local admin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local admin account exists on the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local users on the client after gpupdate /force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ADD-IT-Group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IT-Group to local Administrators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IT-Group members have admin rights on the PC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 as an IT-Group member and test admin tasks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Allow-ICMP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Allows ICMP (ping) through the client firewall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PC answers 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the client from the server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PASSWORD-Policy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password and lockout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rules apply at next change; lockout after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password policy slides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setting contents are not visible in the screenshots. I describe each GPO from its name and from the commands in my notes.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Group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29768" y="1069848"/>
            <a:ext cx="4626864" cy="2299986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224512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1555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OU: Group Policy Inheritance tab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1 is FULL-Control-Panel (enforced, from test.local). HR GPOs are 2 to 7. Domain GPOs follow (8 to 12).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OU GPO set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desktop restrictions for HR, plus a shortcut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GPOs linked to the OU (next slide)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computers in the HR OU, plus inherited domain GPOs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desktop as listed next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HR user, run gpupdate /force, test each item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HR: Policy Details</a:t>
            </a:r>
            <a:endParaRPr lang="en-US" sz="2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73736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 linked to HR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Remove-Clock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clock from the taskbar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is gone from the taskbar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taskbar after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Restricts Properties dialogs (by name; exact setting not visible)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 access is 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an item and try 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Disable-USB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USB storage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drive cannot be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 a USB drive into the 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Enable-Conrol_panel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Panel access for HR (by name; exact setting not visible)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Panel opens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Control Panel as an HR user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Disable-Task-Manager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Task Manager (name truncated in console)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Manager is blocked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Ctrl+Shift+Esc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Creat-ShourtCut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a shortcut (by name; target not documented)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shortcut is present at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desktop after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test.local: FULL-Control-Panel (enforced), Default Domain Policy, ADD-Local-Admin, ADD-IT-Group, Allow-ICMP, PASSWORD-Policy.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Group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4568" y="1069848"/>
            <a:ext cx="4017264" cy="2432304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097280"/>
            <a:ext cx="396240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OU: Group Policy Inheritance tab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1 is FULL-Control-Panel (enforced). Sales GPOs are 2 to 6. Domain GPOs follow (7 to 11).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OU GPO set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Sales desktop with Calculator auto-launch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GPOs linked to the OU (next slide)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computers in the Sales OU, plus inherited domain GPOs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desktop as listed next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Sales user, run gpupdate /force, test each item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Sales: Policy Details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73736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 linked to Sales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Disable-USB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USB storage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drive cannot be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 a USB drive into the 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Disable-Task-Manager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Task Manager (name truncated in console)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Manager is blocked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Ctrl+Shift+Esc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Restricts Properties dialogs (by name; exact setting not visible)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 access is 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an item and try 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Remove-Clock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clock from the taskbar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is gone from the taskbar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taskbar after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Calc-ON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Auto-runs calc.exe (from my script notes)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 opens at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 and watch for Calculator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test.local: FULL-Control-Panel (enforced), Default Domain Policy, ADD-Local-Admin, ADD-IT-Group, Allow-ICMP, PASSWORD-Policy.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Group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56909" y="1069848"/>
            <a:ext cx="4372582" cy="2432304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41" y="1097280"/>
            <a:ext cx="4317718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OU: Group Policy Inheritance tab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1 is FULL-Control-Panel (enforced). Finance GPOs are 2 to 6. Domain GPOs follow (7 to 11).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OU GPO set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Finance desktop with Calculator auto-launch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GPOs linked to the OU (next slide)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computers in the Finance OU, plus inherited domain GPOs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desktop as listed next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Finance user, run gpupdate /force, test each item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DEPARTMENT POLICIES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Policy Details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73736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 linked to Finance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Calc-ON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Auto-runs calc.exe (from my script notes)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Calculator opens at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in and watch for Calculator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Restricts Properties dialogs (by name; exact setting not visible)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Properties access is limited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Right-click an item and try 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Disable-USB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USB storage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USB drive cannot be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 a USB drive into the client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Remove-Clock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the clock from the taskbar (by name)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is gone from the taskbar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taskbar after sign-in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Disable-Task-Manager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Task Manager (name truncated in console)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Manager is blocked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Ctrl+Shift+Esc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from test.local: FULL-Control-Panel (enforced), Default Domain Policy, ADD-Local-Admin, ADD-IT-Group, Allow-ICMP, PASSWORD-Policy.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TESTING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Group Policies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a user from the affected OU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policy is applied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Group Policy on the client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expected behavior (USB, Task Manager, clock, Calculator)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behavior before and after the policy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 not apply, check DNS, OU placement and link status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37760" y="114300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74920" y="1252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gpupdate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55448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policy that changed since the last refresh. Quick and normal for small edits.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2880360"/>
            <a:ext cx="3749040" cy="1554480"/>
          </a:xfrm>
          <a:prstGeom prst="roundRect">
            <a:avLst>
              <a:gd name="adj" fmla="val 35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2990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gpupdate /force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32918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Reapplies all policies, changed or not. I used it when a result looked wrong or I wanted a clean test.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SCRIPTS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Scripts: Auto-run Calculator</a:t>
            </a:r>
            <a:endParaRPr lang="en-US" sz="2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my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calc.exe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Calc-ON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and Finance OUs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1430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Calculator open automatically for Sales and Finance users.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harmless way to prove that a GPO script really runs on the client.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 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launches when the script runs, which confirms scripts can automate actions.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8346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ran as startup or logon was not explicitly documented in the original lab notes.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SCRIPTS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Local Admin Through Script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5263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C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user itadmin PASSWORD /add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FC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localgroup Administrators itadmin /add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1: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local user called itadmin (PASSWORD is the placeholder from my notes).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2: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itadmin to the local Administrators group.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ADD-Local-Admin GPO, at the domain level.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5000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639312"/>
            <a:ext cx="7955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ONLY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plaintext password in a script is a lab shortcut. Scripts in SYSVOL can be read by authenticated domain users, and a domain-wide local admin account is a real risk. Do not do this in production.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SCRIPTS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IT-Group to Local Administrators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143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C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localgroup administrators IT-Group /add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20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domain group IT-Group to the local Administrators group on each client.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groups: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staff are managed by group membership, so adding or removing a person changes their rights everywhere at once.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GPO: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ADD-IT-Group, linked at test.local.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5263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685032"/>
            <a:ext cx="79552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ONLY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IT-Group admin rights on every domain PC in scope. In production I would limit it by least privilege, for example admin only on the machines that need it, and review membership regularly.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PASSWORD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Policy: As Configured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78062" y="1069848"/>
            <a:ext cx="4804597" cy="1975104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5" name="Image 0" descr="/home/claude/src/word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494" y="1097280"/>
            <a:ext cx="4749733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9768" y="3172968"/>
            <a:ext cx="4901184" cy="1607446"/>
          </a:xfrm>
          <a:prstGeom prst="rect">
            <a:avLst/>
          </a:prstGeom>
          <a:solidFill>
            <a:srgbClr val="D3DAE3"/>
          </a:solidFill>
          <a:ln w="12700">
            <a:solidFill>
              <a:srgbClr val="D3DAE3"/>
            </a:solidFill>
            <a:prstDash val="solid"/>
          </a:ln>
        </p:spPr>
      </p:sp>
      <p:pic>
        <p:nvPicPr>
          <p:cNvPr id="7" name="Image 1" descr="/home/claude/src/word/media/image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4846320" cy="155258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577840" y="1143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 Management Editor, PASSWORD-Policy: Computer Configuration &gt; Windows Settings &gt; Security Settings &gt; Account Policies.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557784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rules and lockout rules were both set in the same GPO, PASSWORD-Policy, linked to test.local.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PASSWORD POLICY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Policy: Values &amp; Meaning</a:t>
            </a:r>
            <a:endParaRPr lang="en-US" sz="2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4630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password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password remembered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old passwords cannot be reused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password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before a change is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password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soon a user may change again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password length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characters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Shortest allowed password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requirements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character types required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lockout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invalid attempts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logons before lockout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Lockout duration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long the account stays locked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lockout counter after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the failure count resets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Administrator lockout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account can also lock 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51560"/>
            <a:ext cx="2606040" cy="3429000"/>
          </a:xfrm>
          <a:prstGeom prst="roundRect">
            <a:avLst>
              <a:gd name="adj" fmla="val 2105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1612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review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46304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1 and a minimum age of 0 days make reuse easy, and a 30-day maximum age forces frequent changes. Today I would favor longer passwords and breached-password checks. Also check that Default Domain Policy (link order 1) does not override these values.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ADMINISTRATIVE TOOLS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Administrative Tools Used</a:t>
            </a:r>
            <a:endParaRPr lang="en-US" sz="2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ncpa.cpl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Connections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IP / DNS on the Ethernet adapter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sysdm.cpl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Properties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name and domain 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dsa.msc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Directory Users and Computers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users, groups, OUs, computers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gpedit.msc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Group Policy Editor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policy on one machine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gpmc.msc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Policy Management Console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link domain GPOs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Group Policy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policy that changed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gpupdate /force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policy refresh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Reapply all policies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notes write the first command as cnpa.cpl. The correct Windows command is ncpa.cpl, and that is what this table uses.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TROUBLESHOOTING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(1 of 2)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DNS is not the Domain Controller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ncpa.cpl: DNS should be 192.168.0.10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the DNS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IP configuration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address or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ncpa.cpl on server and 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free 192.168.0.x address; server stays 192.168.0.10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cannot join 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DNS or connectivity 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the client reach 192.168.0.10?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DNS first, then retry in sysdm.cpl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cannot authenticate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credentials, lockout, or password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status in dsa.msc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password or wait out the 10-minute lockout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troubleshooting considerations. These are generic checks, not issues I claim to have hit.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TROUBLESHOOTING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(2 of 2)</a:t>
            </a:r>
            <a:endParaRPr lang="en-US" sz="2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22860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Policy not applying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OU, link disabled, policy not refreshed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gpmc.msc: link status and 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the link, move the object, run gpupdate /force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not in Active Directory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did not finish, or wrong 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dsa.msc: Computers container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Rejoin via sysdm.cpl, then move to the right 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change not visible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not yet refreshed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refresh or sign 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gpupdate or gpupdate /force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OU placement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created in the wrong 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dsa.msc: object 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the user or computer to the right 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troubleshooting considerations. These are generic checks, not issues I claim to have hit.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Considerations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identity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directory for all accounts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42032" y="11430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252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5544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rights only where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11430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64024" y="1252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Group-based admin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15544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people by group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11696" y="11430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12527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5544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length, complexity, lockout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154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GPOs the OU cannot override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42032" y="27432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79192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management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79192" y="3154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controlled from the server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27432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64024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separation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64024" y="3154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 with their own GPOs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11696" y="27432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48856" y="285292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admin access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48856" y="315468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IT-Group and itadmin scope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FBF1DC"/>
          </a:solidFill>
          <a:ln w="9525">
            <a:solidFill>
              <a:srgbClr val="E3C27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4416552"/>
            <a:ext cx="7955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pPr indent="0" marL="0">
              <a:buNone/>
            </a:pPr>
            <a:r>
              <a:rPr lang="en-US" sz="1050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my lab choices need hardening for production (next slide).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SECURITY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 Shortcut to Production Practice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 did in the 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Plaintext password in a script (itadmin)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store passwords in scripts; use a managed 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ADD-Local-Admin linked to the whole domain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local admin creation; avoid domain-wide admin 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IT-Group added to local Administrators everywhere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privilege: admin only where needed, reviewed regularly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 applied straight to departments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GPOs on a pilot OU before broad 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of 1, minimum age 0, 30-day expiry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6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against current guidance, favor length and breach checks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WHAT I LEARNED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Developed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2025, server configuration, network configuration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Controllers, users, groups, OUs, domain management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14300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configuration, client DNS settings, DNS dependency for AD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creation and organization, user and department policies, testing, updates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288036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Clients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configuration, domain joining, domain authentication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2880360"/>
            <a:ext cx="2651760" cy="1600200"/>
          </a:xfrm>
          <a:prstGeom prst="roundRect">
            <a:avLst>
              <a:gd name="adj" fmla="val 3429"/>
            </a:avLst>
          </a:prstGeom>
          <a:solidFill>
            <a:srgbClr val="F1F4F8"/>
          </a:solidFill>
          <a:ln w="9525">
            <a:solidFill>
              <a:srgbClr val="D3D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990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commands, Group Policy scripts, basic administrative automation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WHAT I LEARNED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Taught Me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this lab I thought of each Windows PC as its own machine. Building it showed me that in a domain, the PCs are managed from one place. I change a policy once and it follows the user.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1426464" cy="6858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37744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11096" y="27203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7984" y="2377440"/>
            <a:ext cx="1426464" cy="6858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03704" y="237744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7203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58768" y="2377440"/>
            <a:ext cx="1426464" cy="6858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04488" y="237744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12664" y="27203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59552" y="2377440"/>
            <a:ext cx="1426464" cy="6858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05272" y="237744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Policy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13448" y="2720340"/>
            <a:ext cx="219456" cy="0"/>
          </a:xfrm>
          <a:prstGeom prst="line">
            <a:avLst/>
          </a:prstGeom>
          <a:noFill/>
          <a:ln w="19050">
            <a:solidFill>
              <a:srgbClr val="4454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0336" y="2377440"/>
            <a:ext cx="1426464" cy="685800"/>
          </a:xfrm>
          <a:prstGeom prst="roundRect">
            <a:avLst>
              <a:gd name="adj" fmla="val 8000"/>
            </a:avLst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06056" y="2377440"/>
            <a:ext cx="1335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client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a policy land on PC-11 after gpupdate /force made the idea concrete. I also saw how easy it is to over-grant access, which is why my security slides call out the weak spots.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NEXT STEPS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5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ideas only. None of these are part of the current lab.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Windows clients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dedicated file server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more advanced GPOs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Windows auditing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centralized event logging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SIEM (Wazuh)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Windows security events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attack-and-defense scenarios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common AD attacks in a controlled lab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backup and recovery scenarios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PowerShell automation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3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endpoint security monitoring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4632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88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005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Windows domain (test.local) with a Domain Controller, a Windows 11 client, OUs, groups and department GPOs.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2025, Windows 11 Pro, AD DS, DNS, Group Policy, scripts, password policy.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central identity, groups, OUs and policy work together, and where lab shortcuts need hardening.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9260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management is the core of most enterprise environments I would defend or support.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57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Ali Mohamed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Graduate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https://www.linkedin.com/in/mohamed-ali-481a70387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FC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mo5665ali@gmail.com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